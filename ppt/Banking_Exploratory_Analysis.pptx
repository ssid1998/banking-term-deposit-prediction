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4"/>
    <p:restoredTop sz="94686"/>
  </p:normalViewPr>
  <p:slideViewPr>
    <p:cSldViewPr snapToGrid="0" snapToObjects="1">
      <p:cViewPr varScale="1">
        <p:scale>
          <a:sx n="254" d="100"/>
          <a:sy n="254" d="100"/>
        </p:scale>
        <p:origin x="373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5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3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27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9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1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6858000"/>
          </a:xfrm>
          <a:solidFill>
            <a:schemeClr val="bg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4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8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2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44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Banking Term Deposit Exploratory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Based on Portuguese Bank Marketing Dataset</a:t>
            </a:r>
          </a:p>
          <a:p>
            <a:r>
              <a:rPr dirty="0"/>
              <a:t>Exploratory Data Analysis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1_img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770" y="2567348"/>
            <a:ext cx="5299389" cy="33812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2_img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11604"/>
            <a:ext cx="7315200" cy="3725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3_img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466" y="2429764"/>
            <a:ext cx="5888334" cy="38899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4_img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45" y="2368618"/>
            <a:ext cx="6094325" cy="38483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5_img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03" y="2607547"/>
            <a:ext cx="3096769" cy="32319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6_img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194" y="2615815"/>
            <a:ext cx="5908431" cy="36430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7_img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73" y="2552282"/>
            <a:ext cx="4204651" cy="35450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8_img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96" y="2346290"/>
            <a:ext cx="4848210" cy="40877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9_img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460" y="2714919"/>
            <a:ext cx="4381080" cy="28942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10_img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795" y="2557160"/>
            <a:ext cx="4874409" cy="31101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11_img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532" y="2654156"/>
            <a:ext cx="4350936" cy="23323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 Plot</a:t>
            </a:r>
          </a:p>
        </p:txBody>
      </p:sp>
      <p:pic>
        <p:nvPicPr>
          <p:cNvPr id="3" name="Picture 2" descr="page12_img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22" y="2638265"/>
            <a:ext cx="5154805" cy="32550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846B-B6D4-9D3D-C5C9-7B72267D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045" y="2376485"/>
            <a:ext cx="5937755" cy="11887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3190505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Metadata/LabelInfo.xml><?xml version="1.0" encoding="utf-8"?>
<clbl:labelList xmlns:clbl="http://schemas.microsoft.com/office/2020/mipLabelMetadata">
  <clbl:label id="{defa4170-0d19-0005-0004-bc88714345d2}" enabled="1" method="Standard" siteId="{4f455e02-c0f5-4dd7-8284-c5649166197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53</Words>
  <Application>Microsoft Macintosh PowerPoint</Application>
  <PresentationFormat>On-screen Show (4:3)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Parcel</vt:lpstr>
      <vt:lpstr>Banking Term Deposit Exploratory Analysis</vt:lpstr>
      <vt:lpstr>Exploratory Analysis Plot</vt:lpstr>
      <vt:lpstr>Exploratory Analysis Plot</vt:lpstr>
      <vt:lpstr>Exploratory Analysis Plot</vt:lpstr>
      <vt:lpstr>Exploratory Analysis Plot</vt:lpstr>
      <vt:lpstr>Exploratory Analysis Plot</vt:lpstr>
      <vt:lpstr>Exploratory Analysis Plot</vt:lpstr>
      <vt:lpstr>Exploratory Analysis Plot</vt:lpstr>
      <vt:lpstr>Exploratory Analysis Plot</vt:lpstr>
      <vt:lpstr>Exploratory Analysis Plot</vt:lpstr>
      <vt:lpstr>Exploratory Analysis Plot</vt:lpstr>
      <vt:lpstr>Exploratory Analysis Plot</vt:lpstr>
      <vt:lpstr>Exploratory Analysis Plot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Sharma, Siddhanth</cp:lastModifiedBy>
  <cp:revision>2</cp:revision>
  <dcterms:created xsi:type="dcterms:W3CDTF">2013-01-27T09:14:16Z</dcterms:created>
  <dcterms:modified xsi:type="dcterms:W3CDTF">2025-12-06T23:58:20Z</dcterms:modified>
  <cp:category/>
</cp:coreProperties>
</file>